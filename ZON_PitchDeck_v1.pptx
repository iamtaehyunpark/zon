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there. Prove it. Collect it.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Proof-of-Presence social platform.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0" y="4572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are the new currency — but there's no trusted way to prove them.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743200" cy="32918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Anyone can fake a location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GPS, AI-generated photos, and screen re-shoots make check-in apps worthless for verification.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743200" cy="32918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Experiences live in silos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743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shows what you showed. Google Timeline is private. No platform merges proof + social + collection.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743200" cy="32918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gamified proof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are uncertified. 'I hiked Kilimanjaro' and 'I visited a local café' carry the same credibility: zero.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converging tailwinds make ZON possible and timely.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763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Post-AI Economy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828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automates productivity, human value shifts to experiences. The fastest-growing consumer categories post-2024: travel and media — ZON is their intersection.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7063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Crisis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34440" y="2971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has made fake lifestyles trivial. 'Proof of Presence' becomes a scarce, valuable signal — the same shift that made blockchain valuable for ownership.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1363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On-Device AI is Ready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34440" y="4114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MobileNetV4, Depth Anything V2, SuperPoint — sub-60MB models run at 800ms on smartphone NPUs. Real-time spatial verification is finally possible without a server.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ZON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cryptographically-signed, AI-verified record that you were really there.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0" y="1097280"/>
            <a:ext cx="2194560" cy="35661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11880" y="1325880"/>
            <a:ext cx="1920240" cy="3063240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371600"/>
            <a:ext cx="1828800" cy="457200"/>
          </a:xfrm>
          <a:prstGeom prst="rect">
            <a:avLst/>
          </a:prstGeom>
          <a:solidFill>
            <a:srgbClr val="26354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1828800" cy="777240"/>
          </a:xfrm>
          <a:prstGeom prst="rect">
            <a:avLst/>
          </a:prstGeom>
          <a:solidFill>
            <a:srgbClr val="1A2D3F"/>
          </a:solidFill>
          <a:ln w="3810">
            <a:solidFill>
              <a:srgbClr val="2D4A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965960"/>
            <a:ext cx="1737360" cy="32004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2" name="Shape 10"/>
          <p:cNvSpPr/>
          <p:nvPr/>
        </p:nvSpPr>
        <p:spPr>
          <a:xfrm>
            <a:off x="3703320" y="2359152"/>
            <a:ext cx="73152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2359152"/>
            <a:ext cx="457200" cy="109728"/>
          </a:xfrm>
          <a:prstGeom prst="rect">
            <a:avLst/>
          </a:prstGeom>
          <a:solidFill>
            <a:srgbClr val="2D4A63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2880360"/>
            <a:ext cx="1828800" cy="777240"/>
          </a:xfrm>
          <a:prstGeom prst="rect">
            <a:avLst/>
          </a:prstGeom>
          <a:solidFill>
            <a:srgbClr val="1A2D3F"/>
          </a:solidFill>
          <a:ln w="3810">
            <a:solidFill>
              <a:srgbClr val="2D4A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2926080"/>
            <a:ext cx="1737360" cy="32004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6" name="Shape 14"/>
          <p:cNvSpPr/>
          <p:nvPr/>
        </p:nvSpPr>
        <p:spPr>
          <a:xfrm>
            <a:off x="3703320" y="3319272"/>
            <a:ext cx="73152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3319272"/>
            <a:ext cx="457200" cy="109728"/>
          </a:xfrm>
          <a:prstGeom prst="rect">
            <a:avLst/>
          </a:prstGeom>
          <a:solidFill>
            <a:srgbClr val="2D4A63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3840480"/>
            <a:ext cx="1828800" cy="777240"/>
          </a:xfrm>
          <a:prstGeom prst="rect">
            <a:avLst/>
          </a:prstGeom>
          <a:solidFill>
            <a:srgbClr val="1A2D3F"/>
          </a:solidFill>
          <a:ln w="3810">
            <a:solidFill>
              <a:srgbClr val="2D4A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3886200"/>
            <a:ext cx="1737360" cy="32004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0" name="Shape 18"/>
          <p:cNvSpPr/>
          <p:nvPr/>
        </p:nvSpPr>
        <p:spPr>
          <a:xfrm>
            <a:off x="3703320" y="4279392"/>
            <a:ext cx="73152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1" name="Shape 19"/>
          <p:cNvSpPr/>
          <p:nvPr/>
        </p:nvSpPr>
        <p:spPr>
          <a:xfrm>
            <a:off x="4480560" y="4279392"/>
            <a:ext cx="457200" cy="109728"/>
          </a:xfrm>
          <a:prstGeom prst="rect">
            <a:avLst/>
          </a:prstGeom>
          <a:solidFill>
            <a:srgbClr val="2D4A63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0" y="1965960"/>
            <a:ext cx="274320" cy="228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19842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Verification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" y="1645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validates every Stamp in &lt;800ms. No server. No faking.</a:t>
            </a:r>
            <a:endParaRPr lang="en-US" sz="11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2296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Badge Collection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22960" y="2788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Rare, place-specific badges create genuine scarcity and flex.</a:t>
            </a:r>
            <a:endParaRPr lang="en-US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03320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2296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Sensory Archive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2296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audio clips, music tags — the full context of a moment.</a:t>
            </a:r>
            <a:endParaRPr lang="en-US" sz="11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41732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1722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Proof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172200" y="1645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Stamps on a shared conquest map — with friends.</a:t>
            </a:r>
            <a:endParaRPr lang="en-US" sz="11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56032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17220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Gamified Quests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172200" y="2788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campaigns and community challenges with real rewards.</a:t>
            </a:r>
            <a:endParaRPr lang="en-US" sz="11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3703320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1722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First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617220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images never leave your device. Only a signed hash is sent.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of Presence: 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Multi-layer, on-device AI pipeline. No single attack vector can spoof all layers simultaneously.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536192" cy="310896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536192" cy="5029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4173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Place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geofencing surfaces nearby venues. User must select before camera activates.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93392" y="2834640"/>
            <a:ext cx="18288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/>
          <p:nvPr/>
        </p:nvSpPr>
        <p:spPr>
          <a:xfrm>
            <a:off x="2084832" y="274320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76272" y="1371600"/>
            <a:ext cx="1536192" cy="310896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76272" y="1371600"/>
            <a:ext cx="1536192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2231136" y="14173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267712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Liveness Gate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67712" y="246888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sweep. Optical flow + depth estimation detect flat photos or screens in real time.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12464" y="2834640"/>
            <a:ext cx="18288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3803904" y="274320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95344" y="1371600"/>
            <a:ext cx="1536192" cy="310896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95344" y="1371600"/>
            <a:ext cx="1536192" cy="5029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2" name="Text 20"/>
          <p:cNvSpPr/>
          <p:nvPr/>
        </p:nvSpPr>
        <p:spPr>
          <a:xfrm>
            <a:off x="3950208" y="14173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986784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 Matching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86784" y="246888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A/B/C auto-selected. SuperPoint keypoints, anchor object (hard filter), global embeddings.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31536" y="2834640"/>
            <a:ext cx="18288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5522976" y="274320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14416" y="1371600"/>
            <a:ext cx="1536192" cy="310896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14416" y="1371600"/>
            <a:ext cx="1536192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14173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705856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Fusion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05856" y="246888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Wi-Fi RSSI + IMU + timestamp consistency verified in parallel.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50608" y="2834640"/>
            <a:ext cx="18288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Text 31"/>
          <p:cNvSpPr/>
          <p:nvPr/>
        </p:nvSpPr>
        <p:spPr>
          <a:xfrm>
            <a:off x="7242048" y="274320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33488" y="1371600"/>
            <a:ext cx="1536192" cy="310896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33488" y="1371600"/>
            <a:ext cx="1536192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7388352" y="14173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B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424928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Signed Stamp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24928" y="246888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signature (Secure Enclave). Score + hash sent to server. Images stay on your phone.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on-device model size: ~56MB  ·  Full pipeline: &lt;800ms on smartphone NPU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Product: Verification Tiers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Stamp carries a trust score. Higher tiers unlock badges, quests, and brand rewards.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87552"/>
          </a:xfrm>
          <a:prstGeom prst="rect">
            <a:avLst/>
          </a:prstGeom>
          <a:solidFill>
            <a:srgbClr val="E1F5E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9875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90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Verify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+ video sweep + on-device AI. Highest trust. Required for brand campaigns and limited badges.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8229600" cy="987552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32888"/>
            <a:ext cx="73152" cy="98755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06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Import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670048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photos + EXIF analysis + vision AI. Import life's highlights. Lower trust weight than live verification.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8229600" cy="9875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48456"/>
            <a:ext cx="73152" cy="9875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21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1056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378561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only. Minimum footprint for casual logging. No badge eligibility.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FAEEDA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177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places use consensus registration — n independent live verifications build the reference fingerprint. Pioneers earn permanent gold badges.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overlapping markets — each large enough to build a standalone business.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12344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813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$1.9T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1792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Travel Market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 CAGR through 2030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54864" cy="1234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14813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5.4B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56432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Users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6432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 new users/year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377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371600"/>
            <a:ext cx="54864" cy="123444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481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A75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$220B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91072" y="2029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Ads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91072" y="2286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ad segment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 Target Segments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4023360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107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3383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 Enthusiasts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3639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travelers 18–35 who document trips on Instagram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087368"/>
            <a:ext cx="4023360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60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4133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 Collectors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4389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 tour, hiking, and badge-chasing communities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337560"/>
            <a:ext cx="4023360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107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3383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Couples &amp; Friend Groups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639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memory and date-spot documentation use cases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087368"/>
            <a:ext cx="4023360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160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86400" y="4133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Brands &amp; Event Organizers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4389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real-visit verification for campaigns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revenue streams — all enabled by verified presence data no competitor can replicate.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60020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Verification Platform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94760" y="1536192"/>
            <a:ext cx="594360" cy="237744"/>
          </a:xfrm>
          <a:prstGeom prst="rect">
            <a:avLst/>
          </a:prstGeom>
          <a:solidFill>
            <a:srgbClr val="FAEEDA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94760" y="15544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193852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pay per verified visit. Pop-ups, concerts, campaigns. ZON is the only platform that proves real attendance.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371600"/>
            <a:ext cx="4023360" cy="160020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544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Branded Quests &amp; Events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01000" y="1536192"/>
            <a:ext cx="594360" cy="237744"/>
          </a:xfrm>
          <a:prstGeom prst="rect">
            <a:avLst/>
          </a:prstGeom>
          <a:solidFill>
            <a:srgbClr val="FAEEDA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001000" y="15544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846320" y="193852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create quest campaigns. Completion = badge + reward. Pricing: per-completion + platform fee.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154680"/>
            <a:ext cx="4023360" cy="160020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291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Location-Based Advertising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794760" y="3319272"/>
            <a:ext cx="594360" cy="237744"/>
          </a:xfrm>
          <a:prstGeom prst="rect">
            <a:avLst/>
          </a:prstGeom>
          <a:solidFill>
            <a:srgbClr val="FAEEDA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794760" y="33375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40080" y="37216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pattern targeting. Geofencing push ads. Native feed ads. CPM/CPC model.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63440" y="3154680"/>
            <a:ext cx="4023360" cy="160020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33756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3291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Aggregated Data Insights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001000" y="3319272"/>
            <a:ext cx="594360" cy="237744"/>
          </a:xfrm>
          <a:prstGeom prst="rect">
            <a:avLst/>
          </a:prstGeom>
          <a:solidFill>
            <a:srgbClr val="FAEEDA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001000" y="33375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4+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846320" y="37216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movement + sentiment data sold to urban planners, retail chains, tourism boards.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is the only platform combining verified presence, social sharing, and gamified collection.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Passive / Unverified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/ Active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Individual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914400"/>
            <a:ext cx="18288" cy="3931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651760"/>
            <a:ext cx="82296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1371600"/>
            <a:ext cx="164592" cy="164592"/>
          </a:xfrm>
          <a:prstGeom prst="oval">
            <a:avLst/>
          </a:prstGeom>
          <a:solidFill>
            <a:srgbClr val="E4405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554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3200400"/>
            <a:ext cx="164592" cy="16459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3383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Foursquare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2926080"/>
            <a:ext cx="164592" cy="164592"/>
          </a:xfrm>
          <a:prstGeom prst="oval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08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Timeline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920240"/>
            <a:ext cx="164592" cy="164592"/>
          </a:xfrm>
          <a:prstGeom prst="oval">
            <a:avLst/>
          </a:prstGeom>
          <a:solidFill>
            <a:srgbClr val="FDE047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 Map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164592" cy="164592"/>
          </a:xfrm>
          <a:prstGeom prst="oval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4023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Geocaching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1463040"/>
            <a:ext cx="365760" cy="365760"/>
          </a:xfrm>
          <a:prstGeom prst="oval">
            <a:avLst/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· Social · Gamified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ZON's Unfair Advantages</a:t>
            </a:r>
            <a:endParaRPr lang="en-US" sz="13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26280"/>
            <a:ext cx="182880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31520" y="45079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liveness detection — no server, no privacy tradeoff</a:t>
            </a:r>
            <a:endParaRPr lang="en-US" sz="11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18888"/>
            <a:ext cx="182880" cy="1828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1520" y="48006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fingerprint (3D point cloud) makes location spoofing structurally impossible</a:t>
            </a:r>
            <a:endParaRPr lang="en-US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1149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31520" y="50932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consensus system creates community-owned landmark data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Community-first launch. iOS → US expansion → B2B platform.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 ·  Confidential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93392" cy="35204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1993392" cy="5943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M0–M3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iOS Launch · Seed Community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hiking communities as early adopters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landmark signature badges pre-loaded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badge incentive for new place registration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95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→ App Store iOS-only launch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33472" y="1325880"/>
            <a:ext cx="1993392" cy="35204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3472" y="1325880"/>
            <a:ext cx="1993392" cy="5943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2724912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M4–M6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24912" y="1993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Expansion · Android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24912" y="2487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Memory &amp; friend tagging drive virality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24912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Stamp cards for external SNS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24912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beta + Google Photos import (Tier 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24912" y="3995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50% of users with ≥1 friend connected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9744" y="1325880"/>
            <a:ext cx="1993392" cy="35204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1325880"/>
            <a:ext cx="1993392" cy="59436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4" name="Text 22"/>
          <p:cNvSpPr/>
          <p:nvPr/>
        </p:nvSpPr>
        <p:spPr>
          <a:xfrm>
            <a:off x="4901184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M7–M9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01184" y="1993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Gamification · B2B Prep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01184" y="2487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system + streak mechanic launched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01184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campaign API ready for partners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01184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brand partnership targets identified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01184" y="3995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App Store localization + seed round close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86016" y="1325880"/>
            <a:ext cx="1993392" cy="352044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86016" y="1325880"/>
            <a:ext cx="1993392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7077456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8D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M10–M12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77456" y="1993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· US Launch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77456" y="2487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dashboard live for brand partners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77456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ad network activated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77456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recap card drives viral loop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77456" y="3995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preparation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Team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Lean, proven stack chosen for speed and on-device AI capability.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114800" cy="50292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739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56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(iOS + Android)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810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codebase. Native performance. NPU access.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41148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408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On-Device 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5237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+ ONNX Runtime Mobile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377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~56MB total. &lt;800ms full pipeline on NPU.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4114800" cy="50292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07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090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 + Edge Fn)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2944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Serverless. Free tier covers MVP. Zero DevOps.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41148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74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657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SDK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35112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3D customization for conquest map.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05072"/>
            <a:ext cx="4114800" cy="50292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41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224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Anything V2 · SuperPoint · MixVPR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40782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source. Proven SOTA.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280160"/>
            <a:ext cx="18288" cy="3657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9200" y="1737360"/>
            <a:ext cx="3657600" cy="114300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965960"/>
            <a:ext cx="502920" cy="502920"/>
          </a:xfrm>
          <a:prstGeom prst="oval">
            <a:avLst/>
          </a:prstGeom>
          <a:solidFill>
            <a:srgbClr val="1E40AF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20116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760720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 A — App &amp; AI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60720" y="21214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client stack + on-device AI pipeline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2395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TFLite · ONNX · Camera/Sensor · ARKit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3108960"/>
            <a:ext cx="3657600" cy="1143000"/>
          </a:xfrm>
          <a:prstGeom prst="rect">
            <a:avLst/>
          </a:prstGeom>
          <a:solidFill>
            <a:srgbClr val="F0F7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66360" y="3337560"/>
            <a:ext cx="502920" cy="502920"/>
          </a:xfrm>
          <a:prstGeom prst="oval">
            <a:avLst/>
          </a:prstGeom>
          <a:solidFill>
            <a:srgbClr val="1E40AF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33832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76072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 B — Backend &amp; Data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60720" y="3493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+ server logic + external integrations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60720" y="3767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Edge Functions · PostgreSQL · API design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4526280"/>
            <a:ext cx="3657600" cy="365760"/>
          </a:xfrm>
          <a:prstGeom prst="rect">
            <a:avLst/>
          </a:prstGeom>
          <a:solidFill>
            <a:srgbClr val="FAEEDA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Advisors: IP/trademark counsel, mobile AI researcher, consumer social operator (to be confirmed)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to take ZON from zero to first 10,000 verified users and first B2B revenue.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 ·  Confidential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$500K – $1M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SAFE / Equity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01568"/>
            <a:ext cx="2057400" cy="3200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Shape 9"/>
          <p:cNvSpPr/>
          <p:nvPr/>
        </p:nvSpPr>
        <p:spPr>
          <a:xfrm>
            <a:off x="2551176" y="3401568"/>
            <a:ext cx="1143000" cy="3200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Shape 10"/>
          <p:cNvSpPr/>
          <p:nvPr/>
        </p:nvSpPr>
        <p:spPr>
          <a:xfrm>
            <a:off x="3730752" y="3401568"/>
            <a:ext cx="914400" cy="32004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1728" y="3401568"/>
            <a:ext cx="457200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858768"/>
            <a:ext cx="109728" cy="10972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8221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 Engineering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109728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023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Growth &amp; Community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261104"/>
            <a:ext cx="109728" cy="10972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2245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Legal &amp; IP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462272"/>
            <a:ext cx="109728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4256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Infrastructure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1325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18-Month Milestones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0" y="1865376"/>
            <a:ext cx="457200" cy="457200"/>
          </a:xfrm>
          <a:prstGeom prst="oval">
            <a:avLst/>
          </a:prstGeom>
          <a:solidFill>
            <a:srgbClr val="1E40A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19019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19019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Store launch · 100 landmark badges live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04688" y="2322576"/>
            <a:ext cx="18288" cy="29260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2615184"/>
            <a:ext cx="457200" cy="457200"/>
          </a:xfrm>
          <a:prstGeom prst="oval">
            <a:avLst/>
          </a:prstGeom>
          <a:solidFill>
            <a:srgbClr val="1E40AF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26517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97880" y="2651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launch · 10K MAU · Joint Memory shipped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04688" y="3072384"/>
            <a:ext cx="18288" cy="29260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5303520" y="3364992"/>
            <a:ext cx="457200" cy="457200"/>
          </a:xfrm>
          <a:prstGeom prst="oval">
            <a:avLst/>
          </a:prstGeom>
          <a:solidFill>
            <a:srgbClr val="1D9E75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0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97880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system · 3+ brand partners · Seed round closed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04688" y="3822192"/>
            <a:ext cx="18288" cy="29260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Shape 33"/>
          <p:cNvSpPr/>
          <p:nvPr/>
        </p:nvSpPr>
        <p:spPr>
          <a:xfrm>
            <a:off x="5303520" y="4114800"/>
            <a:ext cx="457200" cy="457200"/>
          </a:xfrm>
          <a:prstGeom prst="oval">
            <a:avLst/>
          </a:prstGeom>
          <a:solidFill>
            <a:srgbClr val="1D9E75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41513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97880" y="41513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market launch · First B2B revenue · Series A prep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place you've been. Provably.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billion social interactions will be about where you were, not what you said.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hello@getzon.app  ·  getzon.app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  ·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ZON — Pitch Deck</dc:title>
  <dc:subject>PptxGenJS Presentation</dc:subject>
  <dc:creator>ZON</dc:creator>
  <cp:lastModifiedBy>ZON</cp:lastModifiedBy>
  <cp:revision>1</cp:revision>
  <dcterms:created xsi:type="dcterms:W3CDTF">2026-05-17T13:44:37Z</dcterms:created>
  <dcterms:modified xsi:type="dcterms:W3CDTF">2026-05-17T13:44:37Z</dcterms:modified>
</cp:coreProperties>
</file>